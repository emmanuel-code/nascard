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3B82F6"/>
                </a:solidFill>
              </a:rPr>
              <a:t>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</a:rPr>
              <a:t>Your Organisation's Identity,
Digitised in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</a:rPr>
              <a:t>Official Pitch to Partner Organisations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371600"/>
            <a:ext cx="4389120" cy="2560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371600"/>
            <a:ext cx="43891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5361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STUDENT DIGITAL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057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KWAME MENSAH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6334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INDEX: UG/2026/4471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971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BSc. Computer Science  |  Level 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364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59E0B"/>
                </a:solidFill>
              </a:rPr>
              <a:t>ASHESI UNIVERSITY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5943600"/>
            <a:ext cx="12115800" cy="8412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989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10,000+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Students Enrolled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989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3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6400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Verification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989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60 sec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6400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Anti-Fraud QR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989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GHC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6400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Printing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5989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00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Industry Verticals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Managing physical ID cards is broken — and expensive.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4864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54864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Lost / Damaged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2996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Students pay GHC 20-50 to replace a card. Process takes 1-2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4864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63040"/>
            <a:ext cx="54864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Slow Gate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Guards manually check printed IDs. 30+ seconds per student at peak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54864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71800"/>
            <a:ext cx="54864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0815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Bulk Enrollment 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53872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Admins manually print thousands of PVC cards. Days of work, tonnes of plastic.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971800"/>
            <a:ext cx="54864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971800"/>
            <a:ext cx="54864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0815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Photo Fraud via 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53872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Old card photos shared digitally to let others bypass security gates.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80560"/>
            <a:ext cx="54864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480560"/>
            <a:ext cx="54864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590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Internet = No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504748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Remote campuses cannot verify student status in real-time with no connectivity.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480560"/>
            <a:ext cx="54864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480560"/>
            <a:ext cx="54864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5902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Massive Operational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04748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Annual ID card budget for a 10,000-student campus: GHC 250,000+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NasCard: One app. Every identity. Verified in 3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NasCard is a digital identity platform that converts physical cards into secure 3D digital passes — stored in an encrypted vault on each member's phone.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3520440" cy="4069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352044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21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 Organisations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Design &amp; issue branded digital passes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935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Bulk-enroll 10,000 members in 30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799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Real-time member status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Staff Kiosk Scanner for gate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2148840"/>
            <a:ext cx="3520440" cy="4069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148840"/>
            <a:ext cx="352044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221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 Members / 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07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3D Apple Wallet-style card 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935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Show Gate Pass QR to guards in 1 tap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799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Works offline — no internet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66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PIN + Biometric vault protection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2148840"/>
            <a:ext cx="3520440" cy="4069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2148840"/>
            <a:ext cx="352044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221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 Security Staff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807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Type Index Number -&gt; Photo in 3 seconds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5935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60-second anti-screenshot encrypted QR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3799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Zero training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166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Works at gate even with poor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INDUSTRIES WE SERVE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 Industries. One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14884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148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4533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Campus &amp; Schools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774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Student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0632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Staff Badges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749039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Library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Hostel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39" y="1417320"/>
            <a:ext cx="214884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39" y="1417320"/>
            <a:ext cx="2148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154533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Gyms &amp; Fitness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23774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Membership Passes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30632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Check-In QR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3749039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Freeze / Unfreeze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Renewal 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59" y="1417320"/>
            <a:ext cx="214884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59" y="1417320"/>
            <a:ext cx="2148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154533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Corporate / Office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23774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Employee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30632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Visitor Passes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3749039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HR Bulk Revoke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Dept Badges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79" y="1417320"/>
            <a:ext cx="214884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79" y="1417320"/>
            <a:ext cx="2148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9207" y="154533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Church &amp; Ministry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9207" y="23774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Member Cards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7" y="30632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Cell Group 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7" y="3749039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Event Attendance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7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Directory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1417320"/>
            <a:ext cx="214884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417320"/>
            <a:ext cx="2148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0928" y="154533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Events &amp; Conferences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23774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VIP / General Tiers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30632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One-Time QR Tickets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3749039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Live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No Print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From Roster to Verified Gate Pass — in 4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974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6974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5856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Create Pass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90088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Admin selects industry, uploads logo &amp; brand colours to design a digital pass.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6974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6974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58191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5856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Bulk Enroll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990088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Upload student Excel roster. All 10,000 members receive invite links in 30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26974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17320"/>
            <a:ext cx="26974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8191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5856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Members Claim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90088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Student enters invite code. 3D branded digital ID card appears in their vault instantly.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417320"/>
            <a:ext cx="26974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417320"/>
            <a:ext cx="26974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58191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25856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Verified at the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990088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Student shows Gate Pass QR. Guard scans OR types Index No. Photo confirmed in 3 sec.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FEATURES FOR YOUR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Everything your admin team needs.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Pass Creator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745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Design fully branded digital passes with your logo, colours &amp; card category.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Bulk CSV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8745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Upload an Excel roster. All members receive invite links in under 30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39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6974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Staff Kiosk 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15467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Guards type Index Number. Verified photo + active status appears in 3 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606039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6974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Real-Time Roster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15467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Add, suspend, or revoke any member pass instantly from the dashboard.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8620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9776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Roster Export (CSV/SQL)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434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Download member data as CSV, JSON, or SQL — compatible with any system.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88620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9776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PVC Card Print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434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Export in printable PVC format when physical cards are needed as backup.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66359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25779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Verified Org Badge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571499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Official nascard verification badge displayed on all your issued passes.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5166359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525779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Multi-Org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71499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One admin account can manage multiple campuses or departments simultaneously.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SECURITY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Zero-Knowledge Pass Protocol -- Military-Grade Anti-Fraud.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No QR code can be faked, shared, or replayed — ever.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4864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64008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1: Cryptographic Signature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Every QR token is signed with a device-unique secret key. Cannot be generated on another device.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737360"/>
            <a:ext cx="54864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737360"/>
            <a:ext cx="64008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2: 60-Second Time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QR codes self-invalidate after 60 seconds. A screenshot becomes worthless immediately.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00400"/>
            <a:ext cx="54864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64008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3: Server-First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Guard scanner hits the live cloud roster first. Confirms member is still active in real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200400"/>
            <a:ext cx="54864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200400"/>
            <a:ext cx="64008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4: Offline Encrypted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94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If no internet, verifies against locally-cached encrypted roster. No single point of failure.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63440"/>
            <a:ext cx="54864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64008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548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5: App 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6-digit PIN, Face ID, and Fingerprint vault protection. Cards inaccessible without auth.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663440"/>
            <a:ext cx="54864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663440"/>
            <a:ext cx="64008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7548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6: Encrypted Vault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57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All card data encrypted at rest on the device. No raw data sent to cloud without consent.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IMPACT &amp; RETURN ON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Real numbers. Real savings.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060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606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30 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Enroll 10,000
members via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6060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25880"/>
            <a:ext cx="2606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904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GHC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40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Plastic card
printing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060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2606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4904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3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40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Gate verification
speed (vs 30s manual)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325880"/>
            <a:ext cx="26060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325880"/>
            <a:ext cx="2606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49047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60 sec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240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QR anti-fraud
protection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46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Before vs After NasCard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49039"/>
            <a:ext cx="2761488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9475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749039"/>
            <a:ext cx="3127248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794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Before NasCard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3749039"/>
            <a:ext cx="3127248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794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 NasCard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160520"/>
            <a:ext cx="2761488" cy="384048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Card Issuance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160520"/>
            <a:ext cx="3127248" cy="384048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2-4 weeks (manual print)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4160520"/>
            <a:ext cx="3127248" cy="384048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30 seconds (CSV upload)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72000"/>
            <a:ext cx="2761488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6177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Cost per Card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4572000"/>
            <a:ext cx="3127248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GHC 20-50 (PVC + print)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4572000"/>
            <a:ext cx="3127248" cy="384048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GHC 0 (digital)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983480"/>
            <a:ext cx="2761488" cy="384048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029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Gate Verification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4983480"/>
            <a:ext cx="3127248" cy="384048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30 seconds per student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400" y="4983480"/>
            <a:ext cx="3127248" cy="384048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3 seconds per student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394960"/>
            <a:ext cx="2761488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440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Lost Card Replacement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5394960"/>
            <a:ext cx="3127248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1-2 weeks + GHC 50 fee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5394960"/>
            <a:ext cx="3127248" cy="384048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Instant re-issue from dashboard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806440"/>
            <a:ext cx="2761488" cy="384048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85215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Fraud Risk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83280" y="5806440"/>
            <a:ext cx="3127248" cy="384048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0" y="58521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High (photo sharing)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5806440"/>
            <a:ext cx="3127248" cy="384048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58521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None (ZK 60-sec QR)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6217920"/>
            <a:ext cx="2761488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6263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Remote Suspension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83280" y="6217920"/>
            <a:ext cx="3127248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0" y="6263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Not possible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29400" y="6217920"/>
            <a:ext cx="3127248" cy="384048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20840" y="6263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Instant, one tap from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BUSINESS MODEL &amp;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Flexible plans for every organisation size.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14884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14884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9339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Individual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688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GHC 0/mo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2004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Up to 5 digital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8587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Basic vault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51713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Personal use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39" y="1371600"/>
            <a:ext cx="214884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39" y="1371600"/>
            <a:ext cx="2148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5768" y="1508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199339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Power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24688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GHC 25/mo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32004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Unlimited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38587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All premium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451713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Priority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59" y="1371600"/>
            <a:ext cx="214884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59" y="1371600"/>
            <a:ext cx="21488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1508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ORG STARTER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199339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Small Orgs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24688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GHC 99/mo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2004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Up to 500 members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8587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Staff Kiosk Scanner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451713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Basic analytics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79" y="1371600"/>
            <a:ext cx="214884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79" y="1371600"/>
            <a:ext cx="21488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207" y="1508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ORG GROWTH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7" y="199339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Universities / Corps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7" y="24688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GHC 299/mo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7" y="32004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Unlimited members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9207" y="38587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Bulk CSV import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9207" y="451713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Full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9207" y="517550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Roster export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79" y="6144768"/>
            <a:ext cx="21488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19" y="61722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RECOMMENDED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1371600"/>
            <a:ext cx="214884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1200" y="1371600"/>
            <a:ext cx="21488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10928" y="1508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ENTERPRISE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199339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Govt / Large Inst.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24688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8" y="32004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White-label branding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0928" y="38587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API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0928" y="451713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Dedicated 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0928" y="517550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+ SLA support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BD5E1"/>
                </a:solidFill>
              </a:rPr>
              <a:t>Payment via Paystack (Ghana &amp; Nigeria)  |  Additional gateways on request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REAL-WORLD SCENARIO: UNIVERSITY CAMPUS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NasCard works at Ashesi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20440" cy="4892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5204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Admin (IT Department)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Opens nascard Pass Creator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Creates Ashesi Student ID 2026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30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Uploads 10,000-row Excel roster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811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All students get invite in 30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315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Shares Staff Kiosk link to 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371600"/>
            <a:ext cx="3520440" cy="4892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371600"/>
            <a:ext cx="35204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Student (Kwame, Level 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02996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Receives SMS: 'Claim your Ashesi Digital Pass'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80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Opens nascard, enters ASHESI-2026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30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3D branded card appears in vault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5811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At gate: taps Show Gate Pass 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4315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60-second QR shown. Invigilator scans. Done.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371600"/>
            <a:ext cx="3520440" cy="4892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1371600"/>
            <a:ext cx="35204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Security Guard (Gate 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02996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Opens Staff Kiosk on phone/tablet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880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Types student Index Number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730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Kwame's photo + ACTIVE status appear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5811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3 seconds. Green checkmark confirmed.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4315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No fake card is possible. Zero fraud.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COMPETITIVE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NasCard wins.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8346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99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25880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399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Apple Wallet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325880"/>
            <a:ext cx="18288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8968" y="13990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Google Wallet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1325880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399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Printed IDs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71432" y="1325880"/>
            <a:ext cx="18288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59" y="13990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NasCard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828800"/>
            <a:ext cx="283464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18836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Org Pass Issuance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828800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4448" y="1883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1828800"/>
            <a:ext cx="182880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18836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1828800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883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1432" y="1828800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59" y="18836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304288"/>
            <a:ext cx="28346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23591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Bulk CSV Enrollment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304288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2359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2304288"/>
            <a:ext cx="18288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58968" y="23591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2304288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359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71432" y="2304288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59" y="23591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779776"/>
            <a:ext cx="283464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Anti-Fraud 60s QR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779776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2779776"/>
            <a:ext cx="182880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58968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6912" y="2779776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71432" y="2779776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59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255264"/>
            <a:ext cx="28346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" y="33101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Offline Gate Verify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3255264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84448" y="3310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49240" y="3255264"/>
            <a:ext cx="18288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58968" y="3310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6912" y="3255264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3310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PARTIAL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71432" y="3255264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59" y="3310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730752"/>
            <a:ext cx="283464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" y="3785615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Staff Kiosk Scanner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3730752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84448" y="378561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49240" y="3730752"/>
            <a:ext cx="182880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58968" y="3785615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6912" y="3730752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06640" y="378561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71432" y="3730752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1159" y="3785615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206240"/>
            <a:ext cx="28346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8" y="4261103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Africa Payment Gateway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0" y="4206240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84448" y="426110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49240" y="4206240"/>
            <a:ext cx="18288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58968" y="4261103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96912" y="4206240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06640" y="426110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PARTIAL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71432" y="4206240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81159" y="4261103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4681728"/>
            <a:ext cx="283464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8" y="4736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Multi-Vertical (5 types)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0" y="4681728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84448" y="4736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49240" y="4681728"/>
            <a:ext cx="182880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58968" y="4736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96912" y="4681728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06640" y="4736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171432" y="4681728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81159" y="4736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5157216"/>
            <a:ext cx="28346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2648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Member Dashboard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74720" y="5157216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84448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49240" y="5157216"/>
            <a:ext cx="18288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58968" y="5212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96912" y="5157216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0664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71432" y="5157216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81159" y="5212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5632704"/>
            <a:ext cx="283464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2648" y="5687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App Lock + Biometrics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74720" y="5632704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584448" y="5687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YES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349240" y="5632704"/>
            <a:ext cx="182880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58968" y="56875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YES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96912" y="5632704"/>
            <a:ext cx="1737360" cy="45720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06640" y="5687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71432" y="5632704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81159" y="56875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02920" y="6108192"/>
            <a:ext cx="28346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2648" y="6163055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Works on Any Phone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0" y="6108192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84448" y="61630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PARTIAL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349240" y="6108192"/>
            <a:ext cx="18288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58968" y="6163055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PARTIAL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96912" y="6108192"/>
            <a:ext cx="17373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406640" y="61630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YES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71432" y="6108192"/>
            <a:ext cx="1828800" cy="457200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281159" y="6163055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Where we're going next.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61188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6118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NOW  (Month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App Store Launch (iOS &amp; Android)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Referral Code Sharing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Push Notification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NFC Tap-to-Share Cards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25880"/>
            <a:ext cx="361188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25880"/>
            <a:ext cx="36118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630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SOON  (Month 2-3)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48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Org Admin Web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Student Portal (Web App)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Attendance Analytics 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17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Multi-Language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440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Auto-Renewal Payments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80" y="1325880"/>
            <a:ext cx="361188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1325880"/>
            <a:ext cx="36118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4630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FUTURE  (6-12 Months)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48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Blockchain Credential Anchoring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Ghana Card / NIN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Smart Gate Hardware 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617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Apple Watch / WearOS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440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▸ Bank Loyalty Tokenization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64592"/>
            <a:ext cx="19202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PARTNER WITH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556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we offer your organisation.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630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Free 3-Month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4767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We set everything up — zero IT effort. Full platform access at no cost for the pilot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2588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4630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White-Label 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4767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Your logo, your colours, your domain name. Looks like your own app — powered by NasCard.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017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Dedicated 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50215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Our team trains your admin staff and security guards. Typically 1 day of hands-on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88036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88036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017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Priority WhatsApp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50215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Dedicated support line for partner institutions. Response within 2 hours, guaranteed.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3484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43484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572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Monthly Analytics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5056631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Gate scan volume, active members, fraud attempts, and peak hours — delivered monthly.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434840"/>
            <a:ext cx="5486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43484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572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REST API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056631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Connect nascard verification to your existing student portal or attendance system via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9144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800" b="1" i="0">
                <a:solidFill>
                  <a:srgbClr val="FFFFFF"/>
                </a:solidFill>
              </a:rPr>
              <a:t>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9144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3B82F6"/>
                </a:solidFill>
              </a:rPr>
              <a:t>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BD5E1"/>
                </a:solidFill>
              </a:rPr>
              <a:t>The future of organisational identity is already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657600"/>
            <a:ext cx="576072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3657600"/>
            <a:ext cx="57607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3767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Start Your Free 3-Month Pilot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43159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Email:  hello@nascard.app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681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B82F6"/>
                </a:solidFill>
              </a:rPr>
              <a:t>Web:    www.nascard.app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0474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WhatsApp:  +233 XX XXX XXXX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910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BD5E1"/>
                </a:solidFill>
              </a:rPr>
              <a:t>(c) 2026 NasCard  |  Built for African institutions  |  Powered by Paystack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